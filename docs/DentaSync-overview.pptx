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27befc8-63fd-f2a2-e3a8-8cc07e858976}">
          <p14:sldIdLst>
            <p14:sldId id="256"/>
          </p14:sldIdLst>
        </p14:section>
        <p14:section name="Product" id="{3fc5fd21-08fa-3c17-f330-9282a9df0a6f}">
          <p14:sldIdLst>
            <p14:sldId id="257"/>
            <p14:sldId id="258"/>
            <p14:sldId id="259"/>
          </p14:sldIdLst>
        </p14:section>
        <p14:section name="Wrap-up" id="{2e598c70-a4f4-70f0-5e14-febac9a8314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DentaSync runs day-to-day work for a three-branch dental practice: front desk, dentists, managers, and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DentaSync · Bright Smile Dental Clinic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blem circle"/>
          <p:cNvSpPr/>
          <p:nvPr/>
        </p:nvSpPr>
        <p:spPr>
          <a:xfrm>
            <a:off x="5486400" y="1005840"/>
            <a:ext cx="3108960" cy="3108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" name="Emblem backing"/>
          <p:cNvSpPr/>
          <p:nvPr/>
        </p:nvSpPr>
        <p:spPr>
          <a:xfrm>
            <a:off x="5715000" y="1234440"/>
            <a:ext cx="2651760" cy="26517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Clinic emblem" descr="/home/user/BrightSmile/public/clinic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91640"/>
            <a:ext cx="1828800" cy="175564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7373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DentaSync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Practice management for Bright Smile Dental Clinic, three branches in Makati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app for the whole practice</a:t>
            </a:r>
            <a:endParaRPr lang="en-US" sz="3200" dirty="0"/>
          </a:p>
        </p:txBody>
      </p:sp>
      <p:sp>
        <p:nvSpPr>
          <p:cNvPr id="3" name="Card Scheduling"/>
          <p:cNvSpPr/>
          <p:nvPr/>
        </p:nvSpPr>
        <p:spPr>
          <a:xfrm>
            <a:off x="548640" y="1325880"/>
            <a:ext cx="1828800" cy="26517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Icon circle Scheduling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Schedul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Scheduling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Chair calendars, a dentist's My day, and an all-branches view</a:t>
            </a:r>
            <a:endParaRPr lang="en-US" sz="1400" dirty="0"/>
          </a:p>
        </p:txBody>
      </p:sp>
      <p:sp>
        <p:nvSpPr>
          <p:cNvPr id="8" name="Card Clinical records"/>
          <p:cNvSpPr/>
          <p:nvPr/>
        </p:nvSpPr>
        <p:spPr>
          <a:xfrm>
            <a:off x="2624328" y="1325880"/>
            <a:ext cx="1828800" cy="26517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Icon circle Clinical records"/>
          <p:cNvSpPr/>
          <p:nvPr/>
        </p:nvSpPr>
        <p:spPr>
          <a:xfrm>
            <a:off x="285292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Clinical record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2928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Clinical records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852928" y="2880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PDA dental chart, exams, and notes; voided, never deleted</a:t>
            </a:r>
            <a:endParaRPr lang="en-US" sz="1400" dirty="0"/>
          </a:p>
        </p:txBody>
      </p:sp>
      <p:sp>
        <p:nvSpPr>
          <p:cNvPr id="13" name="Card Patient-facing"/>
          <p:cNvSpPr/>
          <p:nvPr/>
        </p:nvSpPr>
        <p:spPr>
          <a:xfrm>
            <a:off x="4700016" y="1325880"/>
            <a:ext cx="1828800" cy="26517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Icon circle Patient-facing"/>
          <p:cNvSpPr/>
          <p:nvPr/>
        </p:nvSpPr>
        <p:spPr>
          <a:xfrm>
            <a:off x="4928616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Patient-fac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28616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Patient-facing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928616" y="2880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booking and QR intake forms, in English and Tagalog</a:t>
            </a:r>
            <a:endParaRPr lang="en-US" sz="1400" dirty="0"/>
          </a:p>
        </p:txBody>
      </p:sp>
      <p:sp>
        <p:nvSpPr>
          <p:cNvPr id="18" name="Card Billing"/>
          <p:cNvSpPr/>
          <p:nvPr/>
        </p:nvSpPr>
        <p:spPr>
          <a:xfrm>
            <a:off x="6775704" y="1325880"/>
            <a:ext cx="1828800" cy="26517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Icon circle Billing"/>
          <p:cNvSpPr/>
          <p:nvPr/>
        </p:nvSpPr>
        <p:spPr>
          <a:xfrm>
            <a:off x="7004304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Bill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7647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04304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Billing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004304" y="2880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Cash or QR payment, gap-free official receipts, day close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database guarantees no double booking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Dentist, chair, and patient can never overlap, chair cleaning time included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dentist booked at one branch can't be booked at another at the same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Enforced by PostgreSQL exclusion constraints, not just app code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Visit lifecycle, enforced by a database trigger</a:t>
            </a:r>
            <a:endParaRPr lang="en-US" sz="1400" dirty="0"/>
          </a:p>
        </p:txBody>
      </p:sp>
      <p:sp>
        <p:nvSpPr>
          <p:cNvPr id="5" name="Step Requested"/>
          <p:cNvSpPr/>
          <p:nvPr/>
        </p:nvSpPr>
        <p:spPr>
          <a:xfrm>
            <a:off x="548640" y="34290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Requested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 rot="5400000">
            <a:off x="2002536" y="3657600"/>
            <a:ext cx="13716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8" name="Step Confirmed"/>
          <p:cNvSpPr/>
          <p:nvPr/>
        </p:nvSpPr>
        <p:spPr>
          <a:xfrm>
            <a:off x="2217420" y="34290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1742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Confirmed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 rot="5400000">
            <a:off x="3671316" y="3657600"/>
            <a:ext cx="13716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1" name="Step Checked in"/>
          <p:cNvSpPr/>
          <p:nvPr/>
        </p:nvSpPr>
        <p:spPr>
          <a:xfrm>
            <a:off x="3886200" y="34290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Checked in</a:t>
            </a:r>
            <a:endParaRPr lang="en-US" sz="1400" dirty="0"/>
          </a:p>
        </p:txBody>
      </p:sp>
      <p:sp>
        <p:nvSpPr>
          <p:cNvPr id="13" name="Arrow 3"/>
          <p:cNvSpPr/>
          <p:nvPr/>
        </p:nvSpPr>
        <p:spPr>
          <a:xfrm rot="5400000">
            <a:off x="5340096" y="3657600"/>
            <a:ext cx="13716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4" name="Step In treatment"/>
          <p:cNvSpPr/>
          <p:nvPr/>
        </p:nvSpPr>
        <p:spPr>
          <a:xfrm>
            <a:off x="5554980" y="34290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5498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 treatment</a:t>
            </a:r>
            <a:endParaRPr lang="en-US" sz="1400" dirty="0"/>
          </a:p>
        </p:txBody>
      </p:sp>
      <p:sp>
        <p:nvSpPr>
          <p:cNvPr id="16" name="Arrow 4"/>
          <p:cNvSpPr/>
          <p:nvPr/>
        </p:nvSpPr>
        <p:spPr>
          <a:xfrm rot="5400000">
            <a:off x="7008876" y="3657600"/>
            <a:ext cx="13716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7" name="Step Completed"/>
          <p:cNvSpPr/>
          <p:nvPr/>
        </p:nvSpPr>
        <p:spPr>
          <a:xfrm>
            <a:off x="7223760" y="34290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for every role, on a modern stack</a:t>
            </a:r>
            <a:endParaRPr lang="en-US" sz="3200" dirty="0"/>
          </a:p>
        </p:txBody>
      </p:sp>
      <p:sp>
        <p:nvSpPr>
          <p:cNvPr id="3" name="Role circle Owner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Role icon Own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43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Owner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Everything, every branch, plus the access log</a:t>
            </a:r>
            <a:endParaRPr lang="en-US" sz="1400" dirty="0"/>
          </a:p>
        </p:txBody>
      </p:sp>
      <p:sp>
        <p:nvSpPr>
          <p:cNvPr id="7" name="Role circle Manager / front desk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Role icon Manager / front des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0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66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Manager / front desk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Book, check in, bill, close the day</a:t>
            </a:r>
            <a:endParaRPr lang="en-US" sz="1400" dirty="0"/>
          </a:p>
        </p:txBody>
      </p:sp>
      <p:sp>
        <p:nvSpPr>
          <p:cNvPr id="11" name="Role circle Dentist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le icon Denti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Dentist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82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calendar; charts, exams, and notes</a:t>
            </a:r>
            <a:endParaRPr lang="en-US" sz="1400" dirty="0"/>
          </a:p>
        </p:txBody>
      </p:sp>
      <p:sp>
        <p:nvSpPr>
          <p:cNvPr id="15" name="Role circle Patient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ole icon Patien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Patient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0050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account: online booking and QR form</a:t>
            </a:r>
            <a:endParaRPr lang="en-US" sz="1400" dirty="0"/>
          </a:p>
        </p:txBody>
      </p:sp>
      <p:sp>
        <p:nvSpPr>
          <p:cNvPr id="19" name="Stack panel"/>
          <p:cNvSpPr/>
          <p:nvPr/>
        </p:nvSpPr>
        <p:spPr>
          <a:xfrm>
            <a:off x="5029200" y="12344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3035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303520" y="187452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Next.js 16 · React 19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App Router,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17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PGlite in dev, Supabase in prod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Drizzle · Zod · Better Auth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Typed queries, validated input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Vercel (Singapore)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Vitest + Playwright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private, and ready to run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branches in Makati on one system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double bookings, guaranteed by Postgres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services patients can book online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 10173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privacy audit log for every patient record</a:t>
            </a:r>
            <a:endParaRPr lang="en-US" sz="15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48640" y="17373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4864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ntaSync Teal">
  <a:themeElements>
    <a:clrScheme name="DentaSync Teal">
      <a:dk1>
        <a:srgbClr val="12302F"/>
      </a:dk1>
      <a:lt1>
        <a:srgbClr val="FFFFFF"/>
      </a:lt1>
      <a:dk2>
        <a:srgbClr val="0B3B3C"/>
      </a:dk2>
      <a:lt2>
        <a:srgbClr val="EAF6F5"/>
      </a:lt2>
      <a:accent1>
        <a:srgbClr val="0D9488"/>
      </a:accent1>
      <a:accent2>
        <a:srgbClr val="F59E0B"/>
      </a:accent2>
      <a:accent3>
        <a:srgbClr val="5EEAD4"/>
      </a:accent3>
      <a:accent4>
        <a:srgbClr val="134E4A"/>
      </a:accent4>
      <a:accent5>
        <a:srgbClr val="99F6E4"/>
      </a:accent5>
      <a:accent6>
        <a:srgbClr val="64748B"/>
      </a:accent6>
      <a:hlink>
        <a:srgbClr val="0D9488"/>
      </a:hlink>
      <a:folHlink>
        <a:srgbClr val="134E4A"/>
      </a:folHlink>
    </a:clrScheme>
    <a:fontScheme name="DentaSyn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DentaSync overview</dc:title>
  <dc:subject>PptxGenJS Presentation</dc:subject>
  <dc:creator>Bright Smile Dental Clinic</dc:creator>
  <cp:lastModifiedBy>Bright Smile Dental Clinic</cp:lastModifiedBy>
  <cp:revision>1</cp:revision>
  <dcterms:created xsi:type="dcterms:W3CDTF">2026-10-13T03:01:51Z</dcterms:created>
  <dcterms:modified xsi:type="dcterms:W3CDTF">2026-10-13T03:01:51Z</dcterms:modified>
</cp:coreProperties>
</file>